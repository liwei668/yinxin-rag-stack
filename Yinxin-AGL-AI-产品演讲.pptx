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828800"/>
            <a:ext cx="6400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3474720"/>
            <a:ext cx="4572000" cy="18288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Yinxin.AGL.ai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全能 AI Agent 智能平台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  ·  多任务并发  ·  人机协作  ·  进化学习  ·  桌面控制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产品技术演讲  |  v2.0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产品概述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389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平台定位与核心能力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19072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7007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五层分层解耦设计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176272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249424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231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450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六大核心技术模块详解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706624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779776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2980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任务执行的完整生命周期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36976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310128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3291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数据与效果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3511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进化学习与成本优化实测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767328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84048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3822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54480" y="4041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前后端技术与基础设施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4297680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370832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54480" y="4352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54480" y="4572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企业级实际应用案例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" y="4828032"/>
            <a:ext cx="6858000" cy="0"/>
          </a:xfrm>
          <a:prstGeom prst="line">
            <a:avLst/>
          </a:prstGeom>
          <a:noFill/>
          <a:ln w="6350">
            <a:solidFill>
              <a:srgbClr val="1E2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企业级全能 AI Agent 智能平台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Yinxin.AGL.ai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是一款融合多模态 AI 推理、浏览器自动化、桌面远程控制的智能体协作平台。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采用“预规划 + 自主推理”双模式架构，实现从理解到执行到验证的完整闭环。具备自我进化能力，成功率从 77.8% 提升至 100%。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417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22+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注册工具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417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44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路由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651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~66%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成本节省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651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任务成功率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拟人化操作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32004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4028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9456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多任务并发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最多3任务并行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32004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8620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SSE实时 + 人工接管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32004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2356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进化学习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自我优化执行策略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32004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6948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桌面控制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4069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+ xdotool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五层分层解耦设计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ppt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模块一：浏览器自动化引擎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拟人化操作 + 智能元素查找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双模式启动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noVNC 可视化调试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无头模式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连接外部 Chrome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80160"/>
            <a:ext cx="26060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拟人化操作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随机延迟模拟反应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多步鼠标轨迹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逐字输入 + 打字间隔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反自动化检测绕过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三层元素查找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精确匹配（标签优先级）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模糊匹配（50%阈值）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选择器回退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模块二：多任务并发与会话隔离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工厂模式 + FIFO 队列 + LRU 淘汰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并发控制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最多 3 任务同时执行（可配置）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超限任务自动进入 FIFO 队列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任务完成后自动启动下一个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activeTasks Set + taskQueue 双结构管理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状态变更通过 onTaskUpdate 实时通知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会话隔离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每个 userId 独立 BrowserContext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Cookie/LocalStorage 完全隔离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pendingCreations 防止并发重复创建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inUse 标记保护活跃实例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LRU 淘汰最久未使用实例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最大实例数可配置（默认 5）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模块三：AI 成本优化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shouldCallAI 智能跳过策略，实测节省约 66% 调用成本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chart-cost_1200x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5029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1887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1188720"/>
            <a:ext cx="3383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成本控制策略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77840" y="178308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简单操作成功自动跳过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连续跳过 3 步后强制调用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对话历史保留最近 10 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每任务上限 30 次 AI 调用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模型自动选择：DeepSeek/Qwen-VL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支持前端预规划传入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模块四：进化学习闭环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从历史数据中学习，持续优化执行策略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chart-performance_1200x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5029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1887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1188720"/>
            <a:ext cx="3383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学习反馈闭环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77840" y="178308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执行 → 提取模式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失败/成功模式识别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写入 patterns.json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生成 [避免]/[推荐]/[选择器]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注入 AI System Prompt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模式类型：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repeated_failure — 累计失败自动修复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success_pattern — 成功策略积累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selector_tip — 特殊匹配经验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slow_step — 性能瓶颈识别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模块五：人机协作系统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实时推送 + 智能介入 + 双向交互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ppt-human-mach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45720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1188720"/>
            <a:ext cx="3840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协作能力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0" y="17830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SSE 实时推送（30s 心跳保活）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暂停/恢复任务（带人工指令）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验证码/二维码自动检测触发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截图上直接操作浏览器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连续失败 3 次自动升级人工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支持断线重连（最多 3 次）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双视图模式（截图 + VNC）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模块六：桌面远程控制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+ xdotool 实现完整控制链路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 →  ToolRegistry  →  DesktopManager  →  WebSocket  →  Python Client  →  xdotool  →  用户屏幕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05156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点击屏幕位置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27632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27632" y="1737360"/>
            <a:ext cx="10515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73352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输入文字（支持中文）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98064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98064" y="1737360"/>
            <a:ext cx="10515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843784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hotkey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3784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快捷键组合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68496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68496" y="1737360"/>
            <a:ext cx="1051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014216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14216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截取屏幕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38928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38928" y="1737360"/>
            <a:ext cx="105156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84648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4648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滚动页面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737360"/>
            <a:ext cx="10515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拖拽操作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79792" y="1737360"/>
            <a:ext cx="1051560" cy="137160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79792" y="1737360"/>
            <a:ext cx="10515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525512" y="18745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key_press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25512" y="224028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按键操作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技术特点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3749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HTTP + WebSocket 共享端口 8765  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百分比坐标自动转换  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xclip + ctrl+v 中文输入  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5s 自动重连 + 15s 心跳保活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任务执行工作流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从用户输入到结果输出的完整生命周期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ppt-work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22+ 工具生态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全面覆盖浏览器、桌面、系统工具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chart-tools_105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4114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1887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1887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浏览器工具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个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navigate, click, type, screenshot, read, scroll, press, wait, reload, download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0" y="21031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031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交互/导航/搜索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hover, select, upload, tab, web_search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30175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知识库/系统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个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knowledge_query, generate_document, wait_human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9319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39319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桌面控制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7240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个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54880" y="4297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desktop_click, desktop_type, desktop_screenshot, desktop_hotkey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前后端全栈技术与基础设施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/sessions/69e3147501d1fbde04deb5b1/workspace/assets/ppt-tech-st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4114800" cy="36576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层级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 + React 19 + TypeScript + Tailwind CSS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浏览器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+ Puppeteer-core + noVNC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Qwen-VL / DeepSeek / DashScope TTS&amp;ASR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+ Redis + ChromaDB + SQLite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+ WebSocket + REST API (44 routes)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桌面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 + xdotool + mss (Python)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(Node 20 Alpine) + Nginx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企业级实际应用案例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企业财税服务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自动化税务申报、财务报表生成、凭证智能录入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3931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0352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数据采集监控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竞品价格监控、市场数据采集、财经数据获取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客服自动化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智能回复常见问题、操作内部系统、异常自动升级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0352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软件测试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自动化测试、回归测试、截图对比验证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核心技术优势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经实测验证的技术指标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100%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任务成功率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2344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371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~66%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4028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成本节省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12344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371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最大并发数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2344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371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22+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2356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注册工具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2344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371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44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API 路由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68880"/>
            <a:ext cx="2606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560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全流程自动化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从理解到执行到验证的完整闭环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468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468880"/>
            <a:ext cx="2606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560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智能选择最优 AI 模型，平衡成本和效果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468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46888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560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自我进化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成功率从 77.8% 提升至 100%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0332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人机共治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智能判断何时需要人工介入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37033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370332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域名白名单 + 操作审批 + 风险分级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370332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51A3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3703320"/>
            <a:ext cx="26060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弹性扩展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72200" y="4160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工具注册表机制，新工具灵活接入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2560320"/>
            <a:ext cx="457200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Yinxin.AGL.ai — 全能 AI Agent 智能平台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  ·  多任务并发  ·  人机协作  ·  进化学习  ·  桌面控制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Yinxin.AGL.ai - 全能 AI Agent 智能平台</dc:title>
  <dc:subject>PptxGenJS Presentation</dc:subject>
  <dc:creator>Yinxin.AGL.ai</dc:creator>
  <cp:lastModifiedBy>Yinxin.AGL.ai</cp:lastModifiedBy>
  <cp:revision>1</cp:revision>
  <dcterms:created xsi:type="dcterms:W3CDTF">2026-04-23T08:13:48Z</dcterms:created>
  <dcterms:modified xsi:type="dcterms:W3CDTF">2026-04-23T08:13:48Z</dcterms:modified>
</cp:coreProperties>
</file>